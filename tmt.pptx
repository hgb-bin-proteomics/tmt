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DCB22-46BA-B96D-6D7B-26B4185F0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389C1A-0453-A3A4-32EA-FA2989170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F5858-D4CF-DA9C-57BB-E66C70429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1607-1ED3-4923-8ABB-7B7D7C3C6085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60B14-FF87-3BD2-D580-E4B9A7C90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7BAE5-8E39-25A7-FBF1-ABCF977B0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7FD8-BB48-46C2-AB80-22E3FABF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479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8C746-6519-D54F-8686-E11BB9CAE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55B28-5483-D514-8951-AB2010540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8CE78-FE49-6155-639F-6CF0B4DFC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1607-1ED3-4923-8ABB-7B7D7C3C6085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158F0-F9D4-64DA-62F7-3AC8D46B4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34E72-03E3-0772-B39F-500E977CB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7FD8-BB48-46C2-AB80-22E3FABF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837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C80B0-BD23-6CF3-4384-D2E548DA9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4B654-FB00-2056-7123-9F6E44181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21286-EFB4-5F08-3DCA-61915A486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1607-1ED3-4923-8ABB-7B7D7C3C6085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EBBC4-C768-62E5-7F6E-6D68FD53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A74C1-200A-715D-4193-DFFF447CD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7FD8-BB48-46C2-AB80-22E3FABF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21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C8D63-0CCF-AC83-2707-EE5AA0EA4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70C3B-56E8-DB21-4FDE-54CDF30D0F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411A6C-EB88-1705-4A8D-25D704CC7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CE9E6-1FCD-00A9-CDFE-F16C8A7E9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1607-1ED3-4923-8ABB-7B7D7C3C6085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FD4F3-C255-0708-7D6D-3505545D3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71A7E-E51C-3BE7-F97D-C9B76B1C6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7FD8-BB48-46C2-AB80-22E3FABF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47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6140-2EAB-0A5E-5741-A57D372B7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BA829-BF2B-C515-3439-E85F6A4BB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75A5E-89B1-8762-2BC3-5380E6E71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F61814-6D2B-1A04-D250-910463A8C2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EDB82A-7697-370C-00FA-FA8514D09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8F57C0-BFA6-7441-FF5C-1C085B76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1607-1ED3-4923-8ABB-7B7D7C3C6085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9580C2-5305-4F3E-4FC0-01A7F2EEB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223AF5-A653-6EA2-7567-03C01EDFC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7FD8-BB48-46C2-AB80-22E3FABF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4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52823-66C9-17C7-B531-FB84DEB30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9B5CB-7522-E662-0D1A-26A3B5A69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1607-1ED3-4923-8ABB-7B7D7C3C6085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380863-B93A-3527-D1B8-4EFDF1965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47991E-06AD-8C2B-8069-BE36633CF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7FD8-BB48-46C2-AB80-22E3FABF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021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7D008F-A601-D5B7-14BD-D528B2AFF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1607-1ED3-4923-8ABB-7B7D7C3C6085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E617F-E345-0641-DEB8-7A5559A86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A6229-331E-0786-9FC3-097DC9EAD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7FD8-BB48-46C2-AB80-22E3FABF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517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558CB-34DE-75A8-AEBB-3AEEC99CD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473A5-1F1D-BB51-B118-A469B7A17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E1319-5377-ED01-8C7C-4367781B9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2232B-CF39-9556-D604-CC9AB1CC7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1607-1ED3-4923-8ABB-7B7D7C3C6085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2646F-CFBC-8E14-23B5-49C333FD4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0BF1F-03BB-1E35-ABA4-8F67D31A0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7FD8-BB48-46C2-AB80-22E3FABF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5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D0F7D-FD34-AA6D-1B2E-4D3B6273D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A0D964-C82B-4EEC-1759-556EDB8C6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5BCB3-2894-D069-C926-F7F548DE8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C00F3-00BB-1DE6-57FA-061DD4BE2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1607-1ED3-4923-8ABB-7B7D7C3C6085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EE3A59-46EC-39FD-CAC6-A5D1398C9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113618-47FE-213A-5809-2624734FE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7FD8-BB48-46C2-AB80-22E3FABF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146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AA256-CEE0-9442-0EE6-D99752D5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C34D3-FFEC-2A5E-FE40-95FAA705EF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EFAD5-A62C-0290-1253-CC9C4EF5D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1607-1ED3-4923-8ABB-7B7D7C3C6085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D357D-4E46-48DD-A5AE-4030F6E87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73E50-4E83-5945-473E-DE7B8106D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7FD8-BB48-46C2-AB80-22E3FABF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54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EDD9B-76C1-8EED-8219-2340B729DF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7F488E-6E80-EFC6-D7D2-6460BE03E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48A29-9A00-22DB-C7CC-596FBA808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1607-1ED3-4923-8ABB-7B7D7C3C6085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27141-B278-480E-45BF-691C475CF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2B1BE-7F38-2FF3-88EF-BD60FD771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F7FD8-BB48-46C2-AB80-22E3FABF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319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C9B5EC-7B69-5D5C-7612-DBD87C320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3D02A-C6B9-3E19-FD25-1B28226FD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3A3C9-4347-FF4F-ECEE-88C99D3C13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911607-1ED3-4923-8ABB-7B7D7C3C6085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E6393-9C41-CFD7-2971-7FF560D87A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75328-4C9D-28C5-766B-661E39BA3D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AF7FD8-BB48-46C2-AB80-22E3FABFDA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05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53B3C7-A991-712C-B91A-51AD93E98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5036"/>
            <a:ext cx="12192000" cy="3522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FD0ADF-8667-2E24-96B4-981265D5F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3600450" cy="27326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3FF8E8-F8F6-C4D4-A518-4EAAE0CA66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3038" y="2838553"/>
            <a:ext cx="10478962" cy="3905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5E3480-EF67-61D6-B51F-76DD1A7215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1198" y="68441"/>
            <a:ext cx="8490802" cy="24689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2323E2-6DE8-2A52-7301-829B8F2C4A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5823" y="3479044"/>
            <a:ext cx="1810003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92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Birklbauer Micha</dc:creator>
  <cp:lastModifiedBy>Birklbauer Micha</cp:lastModifiedBy>
  <cp:revision>1</cp:revision>
  <dcterms:created xsi:type="dcterms:W3CDTF">2025-07-03T12:18:00Z</dcterms:created>
  <dcterms:modified xsi:type="dcterms:W3CDTF">2025-07-03T12:38:37Z</dcterms:modified>
</cp:coreProperties>
</file>