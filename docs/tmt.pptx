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CB22-46BA-B96D-6D7B-26B4185F0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89C1A-0453-A3A4-32EA-FA298917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5858-D4CF-DA9C-57BB-E66C7042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60B14-FF87-3BD2-D580-E4B9A7C9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7BAE5-8E39-25A7-FBF1-ABCF977B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C746-6519-D54F-8686-E11BB9CA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5B28-5483-D514-8951-AB201054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8CE78-FE49-6155-639F-6CF0B4DF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158F0-F9D4-64DA-62F7-3AC8D46B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4E72-03E3-0772-B39F-500E977C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3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80B0-BD23-6CF3-4384-D2E548DA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4B654-FB00-2056-7123-9F6E4418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21286-EFB4-5F08-3DCA-61915A48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EBBC4-C768-62E5-7F6E-6D68FD53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A74C1-200A-715D-4193-DFFF447C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1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8D63-0CCF-AC83-2707-EE5AA0EA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0C3B-56E8-DB21-4FDE-54CDF30D0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11A6C-EB88-1705-4A8D-25D704CC7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E9E6-1FCD-00A9-CDFE-F16C8A7E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D4F3-C255-0708-7D6D-3505545D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71A7E-E51C-3BE7-F97D-C9B76B1C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6140-2EAB-0A5E-5741-A57D372B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BA829-BF2B-C515-3439-E85F6A4BB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75A5E-89B1-8762-2BC3-5380E6E7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61814-6D2B-1A04-D250-910463A8C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DB82A-7697-370C-00FA-FA8514D09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F57C0-BFA6-7441-FF5C-1C085B76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580C2-5305-4F3E-4FC0-01A7F2EE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23AF5-A653-6EA2-7567-03C01EDF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2823-66C9-17C7-B531-FB84DEB3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9B5CB-7522-E662-0D1A-26A3B5A6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80863-B93A-3527-D1B8-4EFDF196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7991E-06AD-8C2B-8069-BE36633C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D008F-A601-D5B7-14BD-D528B2AF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E617F-E345-0641-DEB8-7A5559A8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A6229-331E-0786-9FC3-097DC9EA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1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58CB-34DE-75A8-AEBB-3AEEC99C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A5-1F1D-BB51-B118-A469B7A1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E1319-5377-ED01-8C7C-4367781B9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232B-CF39-9556-D604-CC9AB1CC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2646F-CFBC-8E14-23B5-49C333FD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0BF1F-03BB-1E35-ABA4-8F67D31A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0F7D-FD34-AA6D-1B2E-4D3B627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0D964-C82B-4EEC-1759-556EDB8C6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5BCB3-2894-D069-C926-F7F548DE8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00F3-00BB-1DE6-57FA-061DD4BE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E3A59-46EC-39FD-CAC6-A5D1398C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13618-47FE-213A-5809-2624734F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A256-CEE0-9442-0EE6-D99752D5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C34D3-FFEC-2A5E-FE40-95FAA705E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FAD5-A62C-0290-1253-CC9C4EF5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357D-4E46-48DD-A5AE-4030F6E8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3E50-4E83-5945-473E-DE7B8106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EDD9B-76C1-8EED-8219-2340B729D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F488E-6E80-EFC6-D7D2-6460BE03E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48A29-9A00-22DB-C7CC-596FBA80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27141-B278-480E-45BF-691C475C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2B1BE-7F38-2FF3-88EF-BD60FD77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1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9B5EC-7B69-5D5C-7612-DBD87C32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D02A-C6B9-3E19-FD25-1B28226FD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3A3C9-4347-FF4F-ECEE-88C99D3C1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11607-1ED3-4923-8ABB-7B7D7C3C6085}" type="datetimeFigureOut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6393-9C41-CFD7-2971-7FF560D87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5328-4C9D-28C5-766B-661E39BA3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53B3C7-A991-712C-B91A-51AD93E9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5036"/>
            <a:ext cx="12192000" cy="352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D0ADF-8667-2E24-96B4-981265D5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600450" cy="273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FF8E8-F8F6-C4D4-A518-4EAAE0CA6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038" y="2838553"/>
            <a:ext cx="10478962" cy="39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5E3480-EF67-61D6-B51F-76DD1A721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198" y="68441"/>
            <a:ext cx="8490802" cy="2468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2323E2-6DE8-2A52-7301-829B8F2C4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823" y="3479044"/>
            <a:ext cx="1810003" cy="3524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CF98C9A-0114-6A6C-C9B0-358FB3ADD169}"/>
              </a:ext>
            </a:extLst>
          </p:cNvPr>
          <p:cNvSpPr txBox="1"/>
          <p:nvPr/>
        </p:nvSpPr>
        <p:spPr>
          <a:xfrm>
            <a:off x="8611263" y="4158532"/>
            <a:ext cx="28386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 err="1">
                <a:solidFill>
                  <a:srgbClr val="FF0000"/>
                </a:solidFill>
              </a:rPr>
              <a:t>Frequency</a:t>
            </a:r>
            <a:r>
              <a:rPr lang="de-AT" b="1" dirty="0">
                <a:solidFill>
                  <a:srgbClr val="FF0000"/>
                </a:solidFill>
              </a:rPr>
              <a:t>: 5198 (</a:t>
            </a:r>
            <a:r>
              <a:rPr lang="de-AT" b="1" dirty="0" err="1">
                <a:solidFill>
                  <a:srgbClr val="FF0000"/>
                </a:solidFill>
              </a:rPr>
              <a:t>about</a:t>
            </a:r>
            <a:r>
              <a:rPr lang="de-AT" b="1" dirty="0">
                <a:solidFill>
                  <a:srgbClr val="FF0000"/>
                </a:solidFill>
              </a:rPr>
              <a:t> a </a:t>
            </a:r>
            <a:r>
              <a:rPr lang="de-AT" b="1" dirty="0" err="1">
                <a:solidFill>
                  <a:srgbClr val="FF0000"/>
                </a:solidFill>
              </a:rPr>
              <a:t>third</a:t>
            </a:r>
            <a:r>
              <a:rPr lang="de-AT" b="1" dirty="0">
                <a:solidFill>
                  <a:srgbClr val="FF0000"/>
                </a:solidFill>
              </a:rPr>
              <a:t> </a:t>
            </a:r>
            <a:r>
              <a:rPr lang="de-AT" b="1" dirty="0" err="1">
                <a:solidFill>
                  <a:srgbClr val="FF0000"/>
                </a:solidFill>
              </a:rPr>
              <a:t>of</a:t>
            </a:r>
            <a:r>
              <a:rPr lang="de-AT" b="1" dirty="0">
                <a:solidFill>
                  <a:srgbClr val="FF0000"/>
                </a:solidFill>
              </a:rPr>
              <a:t> </a:t>
            </a:r>
            <a:r>
              <a:rPr lang="de-AT" b="1" dirty="0" err="1">
                <a:solidFill>
                  <a:srgbClr val="FF0000"/>
                </a:solidFill>
              </a:rPr>
              <a:t>the</a:t>
            </a:r>
            <a:r>
              <a:rPr lang="de-AT" b="1" dirty="0">
                <a:solidFill>
                  <a:srgbClr val="FF0000"/>
                </a:solidFill>
              </a:rPr>
              <a:t> </a:t>
            </a:r>
            <a:r>
              <a:rPr lang="de-AT" b="1" dirty="0" err="1">
                <a:solidFill>
                  <a:srgbClr val="FF0000"/>
                </a:solidFill>
              </a:rPr>
              <a:t>identifications</a:t>
            </a:r>
            <a:r>
              <a:rPr lang="de-AT" b="1" dirty="0">
                <a:solidFill>
                  <a:srgbClr val="FF0000"/>
                </a:solidFill>
              </a:rPr>
              <a:t>)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09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77B7-8881-BDE3-6E0C-1711D0EF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Possible </a:t>
            </a:r>
            <a:r>
              <a:rPr lang="de-AT" dirty="0" err="1"/>
              <a:t>workarounds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C97C9-4AC2-3E47-4559-342435498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Use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highest</a:t>
            </a:r>
            <a:r>
              <a:rPr lang="de-AT" dirty="0"/>
              <a:t> </a:t>
            </a:r>
            <a:r>
              <a:rPr lang="de-AT" dirty="0" err="1"/>
              <a:t>intensity</a:t>
            </a:r>
            <a:endParaRPr lang="de-AT" dirty="0"/>
          </a:p>
          <a:p>
            <a:r>
              <a:rPr lang="de-AT" dirty="0"/>
              <a:t>Use </a:t>
            </a:r>
            <a:r>
              <a:rPr lang="de-AT" dirty="0" err="1"/>
              <a:t>precursor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lowest</a:t>
            </a:r>
            <a:r>
              <a:rPr lang="de-AT" dirty="0"/>
              <a:t> m/z </a:t>
            </a:r>
            <a:r>
              <a:rPr lang="de-AT" dirty="0" err="1"/>
              <a:t>deviation</a:t>
            </a:r>
            <a:r>
              <a:rPr lang="de-AT" dirty="0"/>
              <a:t> (</a:t>
            </a:r>
            <a:r>
              <a:rPr lang="de-AT" dirty="0" err="1"/>
              <a:t>probably</a:t>
            </a:r>
            <a:r>
              <a:rPr lang="de-AT" dirty="0"/>
              <a:t> not a </a:t>
            </a:r>
            <a:r>
              <a:rPr lang="de-AT" dirty="0" err="1"/>
              <a:t>good</a:t>
            </a:r>
            <a:r>
              <a:rPr lang="de-AT" dirty="0"/>
              <a:t> </a:t>
            </a:r>
            <a:r>
              <a:rPr lang="de-AT" dirty="0" err="1"/>
              <a:t>solution</a:t>
            </a:r>
            <a:r>
              <a:rPr lang="de-AT" dirty="0"/>
              <a:t>)</a:t>
            </a:r>
          </a:p>
          <a:p>
            <a:r>
              <a:rPr lang="de-AT" dirty="0"/>
              <a:t>Do not </a:t>
            </a:r>
            <a:r>
              <a:rPr lang="de-AT" dirty="0" err="1"/>
              <a:t>use</a:t>
            </a:r>
            <a:r>
              <a:rPr lang="de-AT" dirty="0"/>
              <a:t> </a:t>
            </a:r>
            <a:r>
              <a:rPr lang="de-AT" dirty="0" err="1"/>
              <a:t>the</a:t>
            </a:r>
            <a:r>
              <a:rPr lang="de-AT" dirty="0"/>
              <a:t> </a:t>
            </a:r>
            <a:r>
              <a:rPr lang="de-AT" dirty="0" err="1"/>
              <a:t>identification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094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6CFC008-AFB8-2325-DDC0-D9FA5AAA2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856"/>
            <a:ext cx="9124950" cy="68511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57967A-9299-BF96-650E-6CFE20748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9382" y="833274"/>
            <a:ext cx="3305636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37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Possible workarounds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3</cp:revision>
  <dcterms:created xsi:type="dcterms:W3CDTF">2025-07-03T12:18:00Z</dcterms:created>
  <dcterms:modified xsi:type="dcterms:W3CDTF">2025-07-07T09:04:49Z</dcterms:modified>
</cp:coreProperties>
</file>