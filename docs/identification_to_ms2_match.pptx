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196A2-0DC5-ACF7-0E0D-4F303F4251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804A0D-F3DD-B40D-53D0-C2078FA627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BEC11E-D39F-AB45-B5BB-E84E53BAA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30121-C64C-4022-8B5D-E4A2D25BFE3A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581DD-6D09-5BA0-10E6-783AFE1EE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19852F-2923-5CD6-DAA2-6AFE7186A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42EAB-CBC3-46FA-9D19-804A2D305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189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19DCE-1315-F351-53F2-E2433318D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EB1DE0-DA4C-7650-69D0-F63FCE24BE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85A028-3347-9B5A-BD95-6EBAD2270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30121-C64C-4022-8B5D-E4A2D25BFE3A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CDB61-2EAF-6BC2-3ACF-D6CE5BEB5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DDF152-479C-4489-4665-5CCE7F52D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42EAB-CBC3-46FA-9D19-804A2D305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384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68DB6-8EBB-590A-C68C-8CC2749A0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37F22A-29A9-B20B-38F3-ACA8BD0A28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50828-B92A-EA43-12DD-517991BE4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30121-C64C-4022-8B5D-E4A2D25BFE3A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C8220-5424-DF5F-A171-706E944DE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D921A2-85AE-7D64-3AB3-B17B5BA70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42EAB-CBC3-46FA-9D19-804A2D305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576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75C3E-34D7-3D02-8BA4-8369B6C86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125E1-83DC-6BCF-AB79-73E27363D5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D5AED6-2EDF-71D5-540E-372BC670E9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1047F5-F2C2-070E-B986-A6C4CDEB9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30121-C64C-4022-8B5D-E4A2D25BFE3A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0AD0A4-EF29-0E2F-3181-38D35C278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1B5ACB-ACED-C201-BC9C-DC20A7F54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42EAB-CBC3-46FA-9D19-804A2D305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429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E3D4C-2BE0-FFD0-3086-5777E66F8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BBD649-B162-E1A8-54FB-BDC0E62D29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4334B8-A1A6-5A28-FF7A-F01BFBF5C5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B6EB7C-5F17-2C09-E1EA-BF874D0CE1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322CBA-7E73-44C7-2CFA-CA159CF02C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EF21DD-2E09-9BB6-675B-C5FFD8295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30121-C64C-4022-8B5D-E4A2D25BFE3A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45AA14-B5E3-9FD9-AD81-3D00C28D2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4A1DF1-9675-65B9-F2F9-DDCF8E8F2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42EAB-CBC3-46FA-9D19-804A2D305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799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61DE8-CEA0-17B1-15FA-A87C2A4FF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95A111-41D4-7B88-0AB5-A80B9CB98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30121-C64C-4022-8B5D-E4A2D25BFE3A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9749E0-7F1F-0981-3A09-FA7550EBD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529465-935D-2977-6FD4-4114EEACD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42EAB-CBC3-46FA-9D19-804A2D305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928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F2D0D2-1D59-833D-A4D6-A92EE94DB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30121-C64C-4022-8B5D-E4A2D25BFE3A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8622C6-879A-FED3-AD8B-618A73ADB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3AB21A-C0C7-88A6-0BCF-90B5A7905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42EAB-CBC3-46FA-9D19-804A2D305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097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BDAC2-543F-EFD8-66A5-75DD22EE2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DA73C-23F0-A402-38E8-73D650443B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A9FCAD-2B1F-202B-8253-995670DB80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9D1154-FCAF-C301-2CA8-2D3E04885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30121-C64C-4022-8B5D-E4A2D25BFE3A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0A2AD7-C18F-F3E5-CF25-7672C0E4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DCFDAC-24DC-276D-6D1D-738011AB2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42EAB-CBC3-46FA-9D19-804A2D305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886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76F0A-D19B-67FC-2855-169BFCB8A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FCC21C-F650-D70E-C3D4-924F521E7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21768D-D344-7C80-7542-436214F064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F12A4C-E9D9-975E-FF6B-D2751C17F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30121-C64C-4022-8B5D-E4A2D25BFE3A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08F7BC-2267-BF70-22D8-F6D8E101A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C134D9-7C19-BA91-2253-DD031F39C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42EAB-CBC3-46FA-9D19-804A2D305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012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BA40D-B09B-C5D0-56C3-B42DBB59C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323650-8F25-6950-EC52-2C0105ED40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3DC089-839A-DB8E-5889-C044DB590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30121-C64C-4022-8B5D-E4A2D25BFE3A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3E09B3-D575-6C73-383B-649FA11D2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08EECE-2325-99CB-B669-8B08FD217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42EAB-CBC3-46FA-9D19-804A2D305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717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0AAFC3-6B6C-7670-2464-8A4621C6D6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058757-B6AD-CDE5-9454-02490E7F84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AAD582-7AB7-97E8-00EA-DADB3E1F2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30121-C64C-4022-8B5D-E4A2D25BFE3A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01F7CE-F3D0-1CA1-2AF8-5AF6C7873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B15BAD-66DC-DC79-3153-A8591297E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42EAB-CBC3-46FA-9D19-804A2D305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7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6C5546-1DA8-D632-FB57-3992A3B3C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801538-9BFB-85BE-0E3B-BE573E4D37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2EBC05-9094-6C9C-2763-221621B454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230121-C64C-4022-8B5D-E4A2D25BFE3A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BBA6B4-03CE-E14F-EE12-E934F1E910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C66723-21F9-433F-3090-A5A81CA5AD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D42EAB-CBC3-46FA-9D19-804A2D305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017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6A1D6AE-70AA-B203-856D-6C6D54E9C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74" y="2543153"/>
            <a:ext cx="4667901" cy="16194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693412-A4A6-5C25-C47E-105987FA8B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3727" y="2771683"/>
            <a:ext cx="4696480" cy="131463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62D361E-A024-5088-ECC9-6D3D3AB41E93}"/>
              </a:ext>
            </a:extLst>
          </p:cNvPr>
          <p:cNvSpPr/>
          <p:nvPr/>
        </p:nvSpPr>
        <p:spPr>
          <a:xfrm>
            <a:off x="2324100" y="3722875"/>
            <a:ext cx="1000125" cy="34299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E2A715-7FD0-4746-B121-874DB0440C50}"/>
              </a:ext>
            </a:extLst>
          </p:cNvPr>
          <p:cNvSpPr/>
          <p:nvPr/>
        </p:nvSpPr>
        <p:spPr>
          <a:xfrm>
            <a:off x="8712708" y="3690570"/>
            <a:ext cx="1000125" cy="34299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D5A40C-93AC-5785-8439-7C0CBB2D20EC}"/>
              </a:ext>
            </a:extLst>
          </p:cNvPr>
          <p:cNvSpPr txBox="1"/>
          <p:nvPr/>
        </p:nvSpPr>
        <p:spPr>
          <a:xfrm>
            <a:off x="2112835" y="1033272"/>
            <a:ext cx="7966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AT" dirty="0" err="1"/>
              <a:t>Example</a:t>
            </a:r>
            <a:r>
              <a:rPr lang="de-AT" dirty="0"/>
              <a:t> </a:t>
            </a:r>
            <a:r>
              <a:rPr lang="de-AT" dirty="0" err="1"/>
              <a:t>identification</a:t>
            </a:r>
            <a:r>
              <a:rPr lang="de-AT" dirty="0"/>
              <a:t> </a:t>
            </a:r>
            <a:r>
              <a:rPr lang="de-AT" dirty="0" err="1"/>
              <a:t>from</a:t>
            </a:r>
            <a:r>
              <a:rPr lang="de-AT" dirty="0"/>
              <a:t> </a:t>
            </a:r>
            <a:r>
              <a:rPr lang="de-AT" dirty="0" err="1"/>
              <a:t>Spectronaut</a:t>
            </a:r>
            <a:r>
              <a:rPr lang="de-AT" dirty="0"/>
              <a:t> </a:t>
            </a:r>
            <a:r>
              <a:rPr lang="de-AT" dirty="0" err="1"/>
              <a:t>result</a:t>
            </a:r>
            <a:r>
              <a:rPr lang="de-AT" dirty="0"/>
              <a:t>:</a:t>
            </a:r>
          </a:p>
          <a:p>
            <a:pPr algn="ctr"/>
            <a:r>
              <a:rPr lang="de-AT" dirty="0" err="1"/>
              <a:t>Identification</a:t>
            </a:r>
            <a:r>
              <a:rPr lang="de-AT" dirty="0"/>
              <a:t> </a:t>
            </a:r>
            <a:r>
              <a:rPr lang="de-AT" dirty="0" err="1"/>
              <a:t>with</a:t>
            </a:r>
            <a:r>
              <a:rPr lang="de-AT" dirty="0"/>
              <a:t> </a:t>
            </a:r>
            <a:r>
              <a:rPr lang="de-AT" dirty="0" err="1"/>
              <a:t>retention</a:t>
            </a:r>
            <a:r>
              <a:rPr lang="de-AT" dirty="0"/>
              <a:t> time </a:t>
            </a:r>
            <a:r>
              <a:rPr lang="de-AT" b="1" dirty="0"/>
              <a:t>32.402</a:t>
            </a:r>
            <a:r>
              <a:rPr lang="de-AT" dirty="0"/>
              <a:t> and </a:t>
            </a:r>
            <a:r>
              <a:rPr lang="de-AT" dirty="0" err="1"/>
              <a:t>precursor</a:t>
            </a:r>
            <a:r>
              <a:rPr lang="de-AT" dirty="0"/>
              <a:t> m/z </a:t>
            </a:r>
            <a:r>
              <a:rPr lang="de-AT" b="1" dirty="0"/>
              <a:t>480.9566</a:t>
            </a:r>
            <a:endParaRPr lang="en-US" b="1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2466CB7-52A7-F580-23C8-D17DD86C4B39}"/>
              </a:ext>
            </a:extLst>
          </p:cNvPr>
          <p:cNvCxnSpPr/>
          <p:nvPr/>
        </p:nvCxnSpPr>
        <p:spPr>
          <a:xfrm flipH="1">
            <a:off x="3401568" y="1658636"/>
            <a:ext cx="2962656" cy="206423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A22B4F4-3868-D964-86DA-01751FE9AAD3}"/>
              </a:ext>
            </a:extLst>
          </p:cNvPr>
          <p:cNvCxnSpPr/>
          <p:nvPr/>
        </p:nvCxnSpPr>
        <p:spPr>
          <a:xfrm>
            <a:off x="8869680" y="1658636"/>
            <a:ext cx="343090" cy="190752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B3F30FE-927F-5C0F-4AC2-A9E8C3BF1B2D}"/>
              </a:ext>
            </a:extLst>
          </p:cNvPr>
          <p:cNvSpPr txBox="1"/>
          <p:nvPr/>
        </p:nvSpPr>
        <p:spPr>
          <a:xfrm>
            <a:off x="1688285" y="5081516"/>
            <a:ext cx="93518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AT" dirty="0" err="1"/>
              <a:t>However</a:t>
            </a:r>
            <a:r>
              <a:rPr lang="de-AT" dirty="0"/>
              <a:t>, </a:t>
            </a:r>
            <a:r>
              <a:rPr lang="de-AT" dirty="0" err="1"/>
              <a:t>there</a:t>
            </a:r>
            <a:r>
              <a:rPr lang="de-AT" dirty="0"/>
              <a:t> </a:t>
            </a:r>
            <a:r>
              <a:rPr lang="de-AT" dirty="0" err="1"/>
              <a:t>is</a:t>
            </a:r>
            <a:r>
              <a:rPr lang="de-AT" dirty="0"/>
              <a:t> </a:t>
            </a:r>
            <a:r>
              <a:rPr lang="de-AT" dirty="0" err="1"/>
              <a:t>no</a:t>
            </a:r>
            <a:r>
              <a:rPr lang="de-AT" dirty="0"/>
              <a:t> MS2 </a:t>
            </a:r>
            <a:r>
              <a:rPr lang="de-AT" dirty="0" err="1"/>
              <a:t>spectrum</a:t>
            </a:r>
            <a:r>
              <a:rPr lang="de-AT" dirty="0"/>
              <a:t> </a:t>
            </a:r>
            <a:r>
              <a:rPr lang="de-AT" dirty="0" err="1"/>
              <a:t>that</a:t>
            </a:r>
            <a:r>
              <a:rPr lang="de-AT" dirty="0"/>
              <a:t> </a:t>
            </a:r>
            <a:r>
              <a:rPr lang="de-AT" dirty="0" err="1"/>
              <a:t>would</a:t>
            </a:r>
            <a:r>
              <a:rPr lang="de-AT" dirty="0"/>
              <a:t> match </a:t>
            </a:r>
            <a:r>
              <a:rPr lang="de-AT" dirty="0" err="1"/>
              <a:t>to</a:t>
            </a:r>
            <a:r>
              <a:rPr lang="de-AT" dirty="0"/>
              <a:t> </a:t>
            </a:r>
            <a:r>
              <a:rPr lang="de-AT" dirty="0" err="1"/>
              <a:t>this</a:t>
            </a:r>
            <a:r>
              <a:rPr lang="de-AT" dirty="0"/>
              <a:t> </a:t>
            </a:r>
            <a:r>
              <a:rPr lang="de-AT" dirty="0" err="1"/>
              <a:t>retention</a:t>
            </a:r>
            <a:r>
              <a:rPr lang="de-AT" dirty="0"/>
              <a:t> time </a:t>
            </a:r>
            <a:r>
              <a:rPr lang="de-AT" dirty="0" err="1"/>
              <a:t>or</a:t>
            </a:r>
            <a:r>
              <a:rPr lang="de-AT" dirty="0"/>
              <a:t> </a:t>
            </a:r>
            <a:r>
              <a:rPr lang="de-AT" dirty="0" err="1"/>
              <a:t>precursor</a:t>
            </a:r>
            <a:r>
              <a:rPr lang="de-AT" dirty="0"/>
              <a:t> m/z. MS2 </a:t>
            </a:r>
            <a:r>
              <a:rPr lang="de-AT" dirty="0" err="1"/>
              <a:t>spectra</a:t>
            </a:r>
            <a:r>
              <a:rPr lang="de-AT" dirty="0"/>
              <a:t> at </a:t>
            </a:r>
            <a:r>
              <a:rPr lang="de-AT" dirty="0" err="1"/>
              <a:t>this</a:t>
            </a:r>
            <a:r>
              <a:rPr lang="de-AT" dirty="0"/>
              <a:t> </a:t>
            </a:r>
            <a:r>
              <a:rPr lang="de-AT" dirty="0" err="1"/>
              <a:t>retention</a:t>
            </a:r>
            <a:r>
              <a:rPr lang="de-AT" dirty="0"/>
              <a:t> time </a:t>
            </a:r>
            <a:r>
              <a:rPr lang="de-AT" dirty="0" err="1"/>
              <a:t>are</a:t>
            </a:r>
            <a:r>
              <a:rPr lang="de-AT" dirty="0"/>
              <a:t> all </a:t>
            </a:r>
            <a:r>
              <a:rPr lang="de-AT" dirty="0" err="1"/>
              <a:t>around</a:t>
            </a:r>
            <a:r>
              <a:rPr lang="de-AT" dirty="0"/>
              <a:t> 600 m/z (</a:t>
            </a:r>
            <a:r>
              <a:rPr lang="de-AT" dirty="0" err="1"/>
              <a:t>see</a:t>
            </a:r>
            <a:r>
              <a:rPr lang="de-AT" dirty="0"/>
              <a:t> </a:t>
            </a:r>
            <a:r>
              <a:rPr lang="de-AT" dirty="0" err="1"/>
              <a:t>next</a:t>
            </a:r>
            <a:r>
              <a:rPr lang="de-AT" dirty="0"/>
              <a:t> </a:t>
            </a:r>
            <a:r>
              <a:rPr lang="de-AT" dirty="0" err="1"/>
              <a:t>slide</a:t>
            </a:r>
            <a:r>
              <a:rPr lang="de-AT" dirty="0"/>
              <a:t>) and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closest</a:t>
            </a:r>
            <a:r>
              <a:rPr lang="de-AT" dirty="0"/>
              <a:t> MS2 </a:t>
            </a:r>
            <a:r>
              <a:rPr lang="de-AT" dirty="0" err="1"/>
              <a:t>spectrum</a:t>
            </a:r>
            <a:r>
              <a:rPr lang="de-AT" dirty="0"/>
              <a:t> </a:t>
            </a:r>
            <a:r>
              <a:rPr lang="de-AT" dirty="0" err="1"/>
              <a:t>with</a:t>
            </a:r>
            <a:r>
              <a:rPr lang="de-AT" dirty="0"/>
              <a:t> </a:t>
            </a:r>
            <a:r>
              <a:rPr lang="de-AT" dirty="0" err="1"/>
              <a:t>precursor</a:t>
            </a:r>
            <a:r>
              <a:rPr lang="de-AT" dirty="0"/>
              <a:t> ~480 m/z </a:t>
            </a:r>
            <a:r>
              <a:rPr lang="de-AT" dirty="0" err="1"/>
              <a:t>is</a:t>
            </a:r>
            <a:r>
              <a:rPr lang="de-AT" dirty="0"/>
              <a:t> </a:t>
            </a:r>
            <a:r>
              <a:rPr lang="de-AT" dirty="0" err="1"/>
              <a:t>more</a:t>
            </a:r>
            <a:r>
              <a:rPr lang="de-AT" dirty="0"/>
              <a:t> </a:t>
            </a:r>
            <a:r>
              <a:rPr lang="de-AT" dirty="0" err="1"/>
              <a:t>than</a:t>
            </a:r>
            <a:r>
              <a:rPr lang="de-AT" dirty="0"/>
              <a:t> 22 </a:t>
            </a:r>
            <a:r>
              <a:rPr lang="de-AT" dirty="0" err="1"/>
              <a:t>seconds</a:t>
            </a:r>
            <a:r>
              <a:rPr lang="de-AT" dirty="0"/>
              <a:t> RT </a:t>
            </a:r>
            <a:r>
              <a:rPr lang="de-AT" dirty="0" err="1"/>
              <a:t>away</a:t>
            </a:r>
            <a:r>
              <a:rPr lang="de-AT" dirty="0"/>
              <a:t> (</a:t>
            </a:r>
            <a:r>
              <a:rPr lang="de-AT" dirty="0" err="1"/>
              <a:t>see</a:t>
            </a:r>
            <a:r>
              <a:rPr lang="de-AT" dirty="0"/>
              <a:t> </a:t>
            </a:r>
            <a:r>
              <a:rPr lang="de-AT" dirty="0" err="1"/>
              <a:t>slide</a:t>
            </a:r>
            <a:r>
              <a:rPr lang="de-AT" dirty="0"/>
              <a:t> 3).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2985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8BF11E-2B6B-AA8F-B38A-3FB2EB631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7820"/>
            <a:ext cx="12192000" cy="65423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A3D619D-0DCD-04C1-5153-3832CA685EC2}"/>
              </a:ext>
            </a:extLst>
          </p:cNvPr>
          <p:cNvSpPr txBox="1"/>
          <p:nvPr/>
        </p:nvSpPr>
        <p:spPr>
          <a:xfrm>
            <a:off x="9229344" y="4453128"/>
            <a:ext cx="2962656" cy="369332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de-AT" dirty="0" err="1"/>
              <a:t>Spectra</a:t>
            </a:r>
            <a:r>
              <a:rPr lang="de-AT" dirty="0"/>
              <a:t> at RT 32.40 [min]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1691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38E9FC-A6AE-7690-7684-BAD17F686D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4563" y="0"/>
            <a:ext cx="5482874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2489862-CCF7-AD2E-59AF-3569CC4D1A6A}"/>
              </a:ext>
            </a:extLst>
          </p:cNvPr>
          <p:cNvSpPr txBox="1"/>
          <p:nvPr/>
        </p:nvSpPr>
        <p:spPr>
          <a:xfrm>
            <a:off x="5212080" y="3941065"/>
            <a:ext cx="5961888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de-AT" dirty="0" err="1"/>
              <a:t>Closest</a:t>
            </a:r>
            <a:r>
              <a:rPr lang="de-AT" dirty="0"/>
              <a:t> </a:t>
            </a:r>
            <a:r>
              <a:rPr lang="de-AT" dirty="0" err="1"/>
              <a:t>precursor</a:t>
            </a:r>
            <a:r>
              <a:rPr lang="de-AT" dirty="0"/>
              <a:t> m/z = 480.75 (due </a:t>
            </a:r>
            <a:r>
              <a:rPr lang="de-AT" dirty="0" err="1"/>
              <a:t>to</a:t>
            </a:r>
            <a:r>
              <a:rPr lang="de-AT" dirty="0"/>
              <a:t> 0.5 m/z </a:t>
            </a:r>
            <a:r>
              <a:rPr lang="de-AT" dirty="0" err="1"/>
              <a:t>window</a:t>
            </a:r>
            <a:r>
              <a:rPr lang="de-AT" dirty="0"/>
              <a:t>)</a:t>
            </a:r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813D226-A998-4878-3244-950BE9CA2B8F}"/>
              </a:ext>
            </a:extLst>
          </p:cNvPr>
          <p:cNvCxnSpPr>
            <a:stCxn id="4" idx="1"/>
          </p:cNvCxnSpPr>
          <p:nvPr/>
        </p:nvCxnSpPr>
        <p:spPr>
          <a:xfrm flipH="1">
            <a:off x="4498848" y="4125731"/>
            <a:ext cx="71323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72233AF-79F3-3DCC-7322-090497C7F7E0}"/>
              </a:ext>
            </a:extLst>
          </p:cNvPr>
          <p:cNvCxnSpPr/>
          <p:nvPr/>
        </p:nvCxnSpPr>
        <p:spPr>
          <a:xfrm>
            <a:off x="9363456" y="4310397"/>
            <a:ext cx="0" cy="16880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862A22D-A295-0F35-FC9E-E515C06F350A}"/>
              </a:ext>
            </a:extLst>
          </p:cNvPr>
          <p:cNvSpPr txBox="1"/>
          <p:nvPr/>
        </p:nvSpPr>
        <p:spPr>
          <a:xfrm>
            <a:off x="6992115" y="5989320"/>
            <a:ext cx="4181853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de-AT" dirty="0" err="1"/>
              <a:t>Which</a:t>
            </a:r>
            <a:r>
              <a:rPr lang="de-AT" dirty="0"/>
              <a:t> </a:t>
            </a:r>
            <a:r>
              <a:rPr lang="de-AT" dirty="0" err="1"/>
              <a:t>is</a:t>
            </a:r>
            <a:r>
              <a:rPr lang="de-AT" dirty="0"/>
              <a:t> </a:t>
            </a:r>
            <a:r>
              <a:rPr lang="de-AT" dirty="0" err="1"/>
              <a:t>more</a:t>
            </a:r>
            <a:r>
              <a:rPr lang="de-AT" dirty="0"/>
              <a:t> </a:t>
            </a:r>
            <a:r>
              <a:rPr lang="de-AT" dirty="0" err="1"/>
              <a:t>than</a:t>
            </a:r>
            <a:r>
              <a:rPr lang="de-AT" dirty="0"/>
              <a:t> 22 </a:t>
            </a:r>
            <a:r>
              <a:rPr lang="de-AT" dirty="0" err="1"/>
              <a:t>seconds</a:t>
            </a:r>
            <a:r>
              <a:rPr lang="de-AT" dirty="0"/>
              <a:t> RT </a:t>
            </a:r>
            <a:r>
              <a:rPr lang="de-AT" dirty="0" err="1"/>
              <a:t>away</a:t>
            </a:r>
            <a:endParaRPr lang="en-US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B930465-80F3-0A3B-5AB3-14A841D91BD3}"/>
              </a:ext>
            </a:extLst>
          </p:cNvPr>
          <p:cNvCxnSpPr/>
          <p:nvPr/>
        </p:nvCxnSpPr>
        <p:spPr>
          <a:xfrm>
            <a:off x="4416552" y="6173986"/>
            <a:ext cx="257556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49288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</Words>
  <Application>Microsoft Office PowerPoint</Application>
  <PresentationFormat>Widescreen</PresentationFormat>
  <Paragraphs>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Birklbauer Micha</dc:creator>
  <cp:lastModifiedBy>Birklbauer Micha</cp:lastModifiedBy>
  <cp:revision>1</cp:revision>
  <dcterms:created xsi:type="dcterms:W3CDTF">2025-07-10T11:14:24Z</dcterms:created>
  <dcterms:modified xsi:type="dcterms:W3CDTF">2025-07-10T11:59:12Z</dcterms:modified>
</cp:coreProperties>
</file>