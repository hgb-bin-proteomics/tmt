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  <p:sldId id="262" r:id="rId8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78789-FF5A-B7DB-B1C6-BD930DCB7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32EBF1-628B-0FBB-55B9-FB74CE0E0F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E1316-D57B-0BF6-A7DB-8B9377ED1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BBE6E-26ED-006B-D060-7E5316DB9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6C0A8-ABD8-93EF-AFA8-8A9B43061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92526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E3AB-4A84-180C-B4AE-19C3FB805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AB6B3-F9FD-08DB-2E34-D40DD3001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16836F-B956-351A-34E3-94CFDCC9B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595EA-306A-BEAD-9DD6-86776B3FF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22125A-1CA1-5FC2-F87D-9AFDA156B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666193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4FE81-D0AD-1D2C-3DA1-4CE7D132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DA2D2-33F2-E994-9FF8-54F4BE617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16EAF-A96C-B5E4-7739-F799F1C0C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B447F-2ABF-52D3-7CE3-6BEE8FE17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A1CFC-DB90-90BD-FD40-E319608F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67653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B3F2-308A-BC4E-AC82-BC5D71DD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24874-C139-19AA-3909-10287C514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C312EF-D0D8-17A9-0755-7F2375F6E4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1E6B1-C4A6-0817-9576-C46C9600C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7DAF6-3A4B-B0D4-819C-8CDE8590F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BB9613-8FCB-2AE0-6CB1-75412DC6A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69319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952D1-7DA7-A25D-468B-35D366C24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E35520-D554-7C3D-C98E-CC8D5A970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FECD69-0D2B-08EC-120A-021D50C114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AD39F3-00B0-E1B7-DD74-475C1AF4A1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39AF3A-9CE6-30CF-BB28-01A1A71554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5D6D92-3796-BD71-EC03-1F38EB9D7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528E4A-2D2A-E1A5-8E71-5D3AF4753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6D0A5F-7381-2FB7-B497-538DCF7E4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12406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925DD-5431-8D92-9A8D-3F78C8ED4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F30689-9870-CBE8-FA18-E9BA1AAD8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8E389E-B45C-BCF4-0CD5-266F0078A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CC517D-E1C6-84BC-737C-6813E390C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85078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088879-0062-70A5-AEC6-A68E4E3FE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2E9AF8-9AAC-5037-0D55-1A800530A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C5F45F-FAD4-9B57-6746-57082216F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18419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B523-92C9-8DBD-A4ED-6A68B3E18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2D89B-9235-00D2-BEBB-C25405964D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506274-A5F3-693D-A4AD-74E256CAA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41D4E-21B2-B6FC-7152-D31A95F63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88BFFB-3E6B-82AF-6C19-D1010D370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7AE6B-1CCE-E411-8A38-0D4B89EA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5155427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1281A-9880-155E-4307-DEBE18303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E1DD54-727B-4F45-B75A-1DF81662E1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0E7774-52F4-2B40-AF8E-82D1593000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07875-EC29-DC87-E9B3-58E2F3F3F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99CCAD-E1D7-7840-7604-1520C7F0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E3BDAC-C890-694E-06B1-EE8529CCE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73199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E152-3B1C-4FEB-05C6-84B311FEB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F8D2CE-3FED-D0B1-B346-DDACBC3F59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585A7-999E-DC08-FF66-C59FDFA5A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FC7F2-F278-2697-D5B0-2376AD993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7B77F1-B635-4B66-7D83-8633D76E9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276657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0873B7-8BE6-4BF0-A678-3635BA5207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EC67D-6104-B714-EAE7-2ED9302ECA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BF688-8CE3-256E-641E-E8A1FCC04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513C1B-5E8C-4F75-6CA9-DB287FA76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E9CEB-0E00-FEE8-E253-C37F828A0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73934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A125C8-879D-4973-D8D4-53F4B0A78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6FF114-6EA7-A192-8D6C-EEEF49713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EB2E6-D889-1566-BF36-1B1124642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D6CE59-DF2D-4B5B-9BC5-C1E946ABEF32}" type="datetimeFigureOut">
              <a:rPr lang="en-AT" smtClean="0"/>
              <a:t>22/07/2025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8889E-852A-2046-523A-1D4C030D4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62CC0-7A37-7C1E-7219-845535D212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928637-7DF3-48AF-B53B-B6991653ABCB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625753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A11F0D-7FC4-8464-81B0-3852ED104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Purity</a:t>
            </a:r>
            <a:r>
              <a:rPr lang="de-AT" dirty="0"/>
              <a:t> </a:t>
            </a:r>
            <a:r>
              <a:rPr lang="de-AT" dirty="0" err="1"/>
              <a:t>Calculation</a:t>
            </a:r>
            <a:r>
              <a:rPr lang="de-AT" dirty="0"/>
              <a:t> DDA</a:t>
            </a:r>
            <a:endParaRPr lang="en-AT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3AA301-92CF-69E8-08AE-946977685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 err="1"/>
              <a:t>Two</a:t>
            </a:r>
            <a:r>
              <a:rPr lang="de-AT" dirty="0"/>
              <a:t> different </a:t>
            </a:r>
            <a:r>
              <a:rPr lang="de-AT" dirty="0" err="1"/>
              <a:t>approaches</a:t>
            </a:r>
            <a:r>
              <a:rPr lang="de-AT" dirty="0"/>
              <a:t> </a:t>
            </a:r>
            <a:br>
              <a:rPr lang="de-AT" dirty="0"/>
            </a:br>
            <a:r>
              <a:rPr lang="de-AT" dirty="0"/>
              <a:t>(</a:t>
            </a:r>
            <a:r>
              <a:rPr lang="de-AT" dirty="0" err="1"/>
              <a:t>consider</a:t>
            </a:r>
            <a:r>
              <a:rPr lang="de-AT" dirty="0"/>
              <a:t> m/z 350 – 1350,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 0.5)</a:t>
            </a:r>
          </a:p>
          <a:p>
            <a:pPr lvl="1"/>
            <a:r>
              <a:rPr lang="de-AT" dirty="0"/>
              <a:t>A)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fixed</a:t>
            </a:r>
            <a:r>
              <a:rPr lang="de-AT" dirty="0"/>
              <a:t> </a:t>
            </a:r>
            <a:r>
              <a:rPr lang="de-AT" dirty="0" err="1"/>
              <a:t>windows</a:t>
            </a:r>
            <a:r>
              <a:rPr lang="de-AT" dirty="0"/>
              <a:t> e.g. 350.0 – 350.5, 350.5 – 351.0, …</a:t>
            </a:r>
          </a:p>
          <a:p>
            <a:pPr lvl="1"/>
            <a:r>
              <a:rPr lang="de-AT" dirty="0"/>
              <a:t>B) </a:t>
            </a:r>
            <a:r>
              <a:rPr lang="de-AT" dirty="0" err="1"/>
              <a:t>use</a:t>
            </a:r>
            <a:r>
              <a:rPr lang="de-AT" dirty="0"/>
              <a:t> variable </a:t>
            </a:r>
            <a:r>
              <a:rPr lang="de-AT" dirty="0" err="1"/>
              <a:t>windows</a:t>
            </a:r>
            <a:r>
              <a:rPr lang="de-AT" dirty="0"/>
              <a:t> </a:t>
            </a:r>
            <a:r>
              <a:rPr lang="de-AT" dirty="0" err="1"/>
              <a:t>calculated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precursor</a:t>
            </a:r>
            <a:r>
              <a:rPr lang="de-AT" dirty="0"/>
              <a:t> +/- 0.25 (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 / 2)</a:t>
            </a:r>
          </a:p>
          <a:p>
            <a:pPr lvl="1"/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calculate</a:t>
            </a:r>
            <a:r>
              <a:rPr lang="de-AT" dirty="0"/>
              <a:t> </a:t>
            </a:r>
            <a:r>
              <a:rPr lang="de-AT" dirty="0" err="1"/>
              <a:t>sum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all </a:t>
            </a:r>
            <a:r>
              <a:rPr lang="de-AT" dirty="0" err="1"/>
              <a:t>precursor</a:t>
            </a:r>
            <a:r>
              <a:rPr lang="de-AT" dirty="0"/>
              <a:t> isotope </a:t>
            </a:r>
            <a:r>
              <a:rPr lang="de-AT" dirty="0" err="1"/>
              <a:t>intensities</a:t>
            </a:r>
            <a:r>
              <a:rPr lang="de-AT" dirty="0"/>
              <a:t>, </a:t>
            </a:r>
            <a:r>
              <a:rPr lang="de-AT" dirty="0" err="1"/>
              <a:t>divided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total </a:t>
            </a:r>
            <a:r>
              <a:rPr lang="de-AT" dirty="0" err="1"/>
              <a:t>intensity</a:t>
            </a:r>
            <a:r>
              <a:rPr lang="de-AT" dirty="0"/>
              <a:t> in </a:t>
            </a:r>
            <a:r>
              <a:rPr lang="de-AT" dirty="0" err="1"/>
              <a:t>matching</a:t>
            </a:r>
            <a:r>
              <a:rPr lang="de-AT" dirty="0"/>
              <a:t> </a:t>
            </a:r>
            <a:r>
              <a:rPr lang="de-AT" dirty="0" err="1"/>
              <a:t>window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922274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C4192-541E-C9CF-58F4-E6D3B9866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DDA </a:t>
            </a:r>
            <a:r>
              <a:rPr lang="de-AT" dirty="0" err="1"/>
              <a:t>with</a:t>
            </a:r>
            <a:r>
              <a:rPr lang="de-AT" dirty="0"/>
              <a:t> „Filter </a:t>
            </a:r>
            <a:r>
              <a:rPr lang="de-AT" dirty="0" err="1"/>
              <a:t>Purity</a:t>
            </a:r>
            <a:r>
              <a:rPr lang="de-AT" dirty="0"/>
              <a:t>“ still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impure</a:t>
            </a:r>
            <a:r>
              <a:rPr lang="de-AT" dirty="0"/>
              <a:t> </a:t>
            </a:r>
            <a:r>
              <a:rPr lang="de-AT" dirty="0" err="1"/>
              <a:t>precursors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B43C0-E70D-680A-B06C-2F816C4EC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 err="1"/>
              <a:t>Example</a:t>
            </a:r>
            <a:r>
              <a:rPr lang="de-AT" dirty="0"/>
              <a:t> file: 20250519_Astral1_Evo_TH070_TT_THIDmulti003_pool_DDA_3ng_Gygi_ij40ms_9_PSMs.txt</a:t>
            </a:r>
          </a:p>
          <a:p>
            <a:r>
              <a:rPr lang="de-AT" dirty="0"/>
              <a:t>Approach A: 624/6218 </a:t>
            </a:r>
            <a:r>
              <a:rPr lang="de-AT" dirty="0" err="1"/>
              <a:t>precursors</a:t>
            </a:r>
            <a:r>
              <a:rPr lang="de-AT" dirty="0"/>
              <a:t> </a:t>
            </a:r>
            <a:r>
              <a:rPr lang="de-AT" dirty="0" err="1"/>
              <a:t>below</a:t>
            </a:r>
            <a:r>
              <a:rPr lang="de-AT" dirty="0"/>
              <a:t> 70%</a:t>
            </a:r>
          </a:p>
          <a:p>
            <a:r>
              <a:rPr lang="de-AT" dirty="0"/>
              <a:t>Approach B: 598/6218 </a:t>
            </a:r>
            <a:r>
              <a:rPr lang="de-AT" dirty="0" err="1"/>
              <a:t>precursors</a:t>
            </a:r>
            <a:r>
              <a:rPr lang="de-AT" dirty="0"/>
              <a:t> </a:t>
            </a:r>
            <a:r>
              <a:rPr lang="de-AT" dirty="0" err="1"/>
              <a:t>below</a:t>
            </a:r>
            <a:r>
              <a:rPr lang="de-AT" dirty="0"/>
              <a:t> 70%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189185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C33E7-EC79-2456-5C05-0B30E6A83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checked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EF8DE-42D5-842A-802F-A7D516946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First </a:t>
            </a:r>
            <a:r>
              <a:rPr lang="de-AT" dirty="0" err="1"/>
              <a:t>impure</a:t>
            </a:r>
            <a:r>
              <a:rPr lang="de-AT" dirty="0"/>
              <a:t> </a:t>
            </a:r>
            <a:r>
              <a:rPr lang="de-AT" dirty="0" err="1"/>
              <a:t>identification</a:t>
            </a:r>
            <a:r>
              <a:rPr lang="de-AT" dirty="0"/>
              <a:t>: </a:t>
            </a:r>
            <a:endParaRPr lang="en-AT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07CDF6C-3B23-335C-66B4-9A4EBB22A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678" y="0"/>
            <a:ext cx="6023622" cy="6858000"/>
          </a:xfrm>
          <a:prstGeom prst="rect">
            <a:avLst/>
          </a:prstGeom>
        </p:spPr>
      </p:pic>
      <p:pic>
        <p:nvPicPr>
          <p:cNvPr id="7" name="Picture 6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9C4A8B24-0DF0-1E05-E8C7-0C1F159B6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62" y="3468156"/>
            <a:ext cx="5318885" cy="304932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EF9D25B-353B-DE5F-1C68-548B8676F132}"/>
              </a:ext>
            </a:extLst>
          </p:cNvPr>
          <p:cNvSpPr/>
          <p:nvPr/>
        </p:nvSpPr>
        <p:spPr>
          <a:xfrm>
            <a:off x="3566030" y="6216318"/>
            <a:ext cx="1872124" cy="1824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7B65CA-D01A-6FFE-6896-437BD6D43E41}"/>
              </a:ext>
            </a:extLst>
          </p:cNvPr>
          <p:cNvSpPr/>
          <p:nvPr/>
        </p:nvSpPr>
        <p:spPr>
          <a:xfrm>
            <a:off x="9955033" y="1271574"/>
            <a:ext cx="1872124" cy="1824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005C75-A9AC-7406-E30C-0CC0AC532A73}"/>
              </a:ext>
            </a:extLst>
          </p:cNvPr>
          <p:cNvSpPr/>
          <p:nvPr/>
        </p:nvSpPr>
        <p:spPr>
          <a:xfrm>
            <a:off x="9956363" y="979338"/>
            <a:ext cx="1872124" cy="1824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07234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553CAE-3458-3BDC-5A75-5247EB43C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7639D81-C7CF-6D0C-5BCA-5DEAED6B9A91}"/>
              </a:ext>
            </a:extLst>
          </p:cNvPr>
          <p:cNvSpPr txBox="1"/>
          <p:nvPr/>
        </p:nvSpPr>
        <p:spPr>
          <a:xfrm>
            <a:off x="6154310" y="3562184"/>
            <a:ext cx="338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 err="1">
                <a:solidFill>
                  <a:srgbClr val="FF0000"/>
                </a:solidFill>
              </a:rPr>
              <a:t>Closest</a:t>
            </a:r>
            <a:r>
              <a:rPr lang="de-AT" dirty="0">
                <a:solidFill>
                  <a:srgbClr val="FF0000"/>
                </a:solidFill>
              </a:rPr>
              <a:t> MS1 </a:t>
            </a:r>
            <a:r>
              <a:rPr lang="de-AT" dirty="0" err="1">
                <a:solidFill>
                  <a:srgbClr val="FF0000"/>
                </a:solidFill>
              </a:rPr>
              <a:t>spectrum</a:t>
            </a:r>
            <a:endParaRPr lang="en-AT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0173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8C77F0-F7DC-0C59-FB8E-6A4968293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400"/>
            <a:ext cx="12192000" cy="6553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31DE29-5A4B-4946-DFDD-41F79157CB27}"/>
              </a:ext>
            </a:extLst>
          </p:cNvPr>
          <p:cNvSpPr txBox="1"/>
          <p:nvPr/>
        </p:nvSpPr>
        <p:spPr>
          <a:xfrm>
            <a:off x="5367130" y="3681454"/>
            <a:ext cx="23694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>
                <a:solidFill>
                  <a:srgbClr val="FF0000"/>
                </a:solidFill>
              </a:rPr>
              <a:t>Zoom in on </a:t>
            </a:r>
            <a:r>
              <a:rPr lang="de-AT" dirty="0" err="1">
                <a:solidFill>
                  <a:srgbClr val="FF0000"/>
                </a:solidFill>
              </a:rPr>
              <a:t>peaks</a:t>
            </a:r>
            <a:r>
              <a:rPr lang="de-AT" dirty="0">
                <a:solidFill>
                  <a:srgbClr val="FF0000"/>
                </a:solidFill>
              </a:rPr>
              <a:t> in </a:t>
            </a:r>
            <a:r>
              <a:rPr lang="de-AT" dirty="0" err="1">
                <a:solidFill>
                  <a:srgbClr val="FF0000"/>
                </a:solidFill>
              </a:rPr>
              <a:t>window</a:t>
            </a:r>
            <a:endParaRPr lang="en-AT" dirty="0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B64FCB7-AE11-E203-87F9-CDA21353D1C0}"/>
              </a:ext>
            </a:extLst>
          </p:cNvPr>
          <p:cNvCxnSpPr>
            <a:cxnSpLocks/>
          </p:cNvCxnSpPr>
          <p:nvPr/>
        </p:nvCxnSpPr>
        <p:spPr>
          <a:xfrm flipH="1">
            <a:off x="3212327" y="3681454"/>
            <a:ext cx="302150" cy="2464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1CFC7F-F01A-4579-6D9B-0DF0712DB0B2}"/>
              </a:ext>
            </a:extLst>
          </p:cNvPr>
          <p:cNvSpPr txBox="1"/>
          <p:nvPr/>
        </p:nvSpPr>
        <p:spPr>
          <a:xfrm>
            <a:off x="3490623" y="3496788"/>
            <a:ext cx="424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 err="1">
                <a:solidFill>
                  <a:srgbClr val="FF0000"/>
                </a:solidFill>
              </a:rPr>
              <a:t>Precursor</a:t>
            </a:r>
            <a:endParaRPr lang="en-AT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2481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CEBCB-55E5-F354-0BE8-8A32D1EE3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Manual </a:t>
            </a:r>
            <a:r>
              <a:rPr lang="de-AT" dirty="0" err="1"/>
              <a:t>purity</a:t>
            </a:r>
            <a:r>
              <a:rPr lang="de-AT" dirty="0"/>
              <a:t> </a:t>
            </a:r>
            <a:r>
              <a:rPr lang="de-AT" dirty="0" err="1"/>
              <a:t>calculation</a:t>
            </a:r>
            <a:endParaRPr lang="en-AT" dirty="0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4F3D79D-1DE1-4A2D-6DB9-0BFE9C2DF1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7629" y="1690688"/>
            <a:ext cx="7581075" cy="4351338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6941D23-4F70-195F-468B-5B18B5EAAD9F}"/>
              </a:ext>
            </a:extLst>
          </p:cNvPr>
          <p:cNvSpPr/>
          <p:nvPr/>
        </p:nvSpPr>
        <p:spPr>
          <a:xfrm>
            <a:off x="4086970" y="4619708"/>
            <a:ext cx="7717980" cy="6917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A797C6-766A-C435-CB24-EC10CFE3A38F}"/>
              </a:ext>
            </a:extLst>
          </p:cNvPr>
          <p:cNvSpPr txBox="1"/>
          <p:nvPr/>
        </p:nvSpPr>
        <p:spPr>
          <a:xfrm>
            <a:off x="2043485" y="3943847"/>
            <a:ext cx="15823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Same </a:t>
            </a:r>
            <a:r>
              <a:rPr lang="de-AT" dirty="0" err="1"/>
              <a:t>as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annotated</a:t>
            </a:r>
            <a:r>
              <a:rPr lang="de-AT" dirty="0"/>
              <a:t> CSV /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script</a:t>
            </a:r>
            <a:endParaRPr lang="en-AT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CFC19E-B812-0634-8A8E-DCE7BF0799D3}"/>
              </a:ext>
            </a:extLst>
          </p:cNvPr>
          <p:cNvSpPr/>
          <p:nvPr/>
        </p:nvSpPr>
        <p:spPr>
          <a:xfrm>
            <a:off x="4073216" y="5312451"/>
            <a:ext cx="7717980" cy="26141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4C626DA-3BC9-B69E-C235-BA79CB1F536A}"/>
              </a:ext>
            </a:extLst>
          </p:cNvPr>
          <p:cNvCxnSpPr>
            <a:endCxn id="6" idx="1"/>
          </p:cNvCxnSpPr>
          <p:nvPr/>
        </p:nvCxnSpPr>
        <p:spPr>
          <a:xfrm>
            <a:off x="3164619" y="4965589"/>
            <a:ext cx="922351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239F7D-D0E8-034C-71E5-B559CEA829A9}"/>
              </a:ext>
            </a:extLst>
          </p:cNvPr>
          <p:cNvCxnSpPr>
            <a:endCxn id="8" idx="1"/>
          </p:cNvCxnSpPr>
          <p:nvPr/>
        </p:nvCxnSpPr>
        <p:spPr>
          <a:xfrm flipV="1">
            <a:off x="2592125" y="5443158"/>
            <a:ext cx="1481091" cy="6713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DBDD923-C1BE-5FB3-EC8E-C7A9ADEBB18F}"/>
              </a:ext>
            </a:extLst>
          </p:cNvPr>
          <p:cNvSpPr txBox="1"/>
          <p:nvPr/>
        </p:nvSpPr>
        <p:spPr>
          <a:xfrm>
            <a:off x="813597" y="5564948"/>
            <a:ext cx="19003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 err="1">
                <a:solidFill>
                  <a:srgbClr val="FF0000"/>
                </a:solidFill>
              </a:rPr>
              <a:t>Removing</a:t>
            </a:r>
            <a:r>
              <a:rPr lang="de-AT" dirty="0">
                <a:solidFill>
                  <a:srgbClr val="FF0000"/>
                </a:solidFill>
              </a:rPr>
              <a:t> </a:t>
            </a:r>
            <a:r>
              <a:rPr lang="de-AT" dirty="0" err="1">
                <a:solidFill>
                  <a:srgbClr val="FF0000"/>
                </a:solidFill>
              </a:rPr>
              <a:t>low</a:t>
            </a:r>
            <a:r>
              <a:rPr lang="de-AT" dirty="0">
                <a:solidFill>
                  <a:srgbClr val="FF0000"/>
                </a:solidFill>
              </a:rPr>
              <a:t> </a:t>
            </a:r>
            <a:r>
              <a:rPr lang="de-AT" dirty="0" err="1">
                <a:solidFill>
                  <a:srgbClr val="FF0000"/>
                </a:solidFill>
              </a:rPr>
              <a:t>intensity</a:t>
            </a:r>
            <a:r>
              <a:rPr lang="de-AT" dirty="0">
                <a:solidFill>
                  <a:srgbClr val="FF0000"/>
                </a:solidFill>
              </a:rPr>
              <a:t> </a:t>
            </a:r>
            <a:r>
              <a:rPr lang="de-AT" dirty="0" err="1">
                <a:solidFill>
                  <a:srgbClr val="FF0000"/>
                </a:solidFill>
              </a:rPr>
              <a:t>peaks</a:t>
            </a:r>
            <a:r>
              <a:rPr lang="de-AT" dirty="0">
                <a:solidFill>
                  <a:srgbClr val="FF0000"/>
                </a:solidFill>
              </a:rPr>
              <a:t> </a:t>
            </a:r>
            <a:r>
              <a:rPr lang="de-AT" dirty="0" err="1">
                <a:solidFill>
                  <a:srgbClr val="FF0000"/>
                </a:solidFill>
              </a:rPr>
              <a:t>does</a:t>
            </a:r>
            <a:r>
              <a:rPr lang="de-AT" dirty="0">
                <a:solidFill>
                  <a:srgbClr val="FF0000"/>
                </a:solidFill>
              </a:rPr>
              <a:t> still not </a:t>
            </a:r>
            <a:r>
              <a:rPr lang="de-AT" dirty="0" err="1">
                <a:solidFill>
                  <a:srgbClr val="FF0000"/>
                </a:solidFill>
              </a:rPr>
              <a:t>yield</a:t>
            </a:r>
            <a:r>
              <a:rPr lang="de-AT" dirty="0">
                <a:solidFill>
                  <a:srgbClr val="FF0000"/>
                </a:solidFill>
              </a:rPr>
              <a:t> 0.7 </a:t>
            </a:r>
            <a:r>
              <a:rPr lang="de-AT" dirty="0" err="1">
                <a:solidFill>
                  <a:srgbClr val="FF0000"/>
                </a:solidFill>
              </a:rPr>
              <a:t>purity</a:t>
            </a:r>
            <a:endParaRPr lang="en-AT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4438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AC044-ACFD-A440-D0D9-B9A54A564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Conclusion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C46D6-2F48-5AA4-A153-48ABC0A91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„Filter </a:t>
            </a:r>
            <a:r>
              <a:rPr lang="de-AT" dirty="0" err="1"/>
              <a:t>Purity</a:t>
            </a:r>
            <a:r>
              <a:rPr lang="de-AT" dirty="0"/>
              <a:t>“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method</a:t>
            </a:r>
            <a:r>
              <a:rPr lang="de-AT" dirty="0"/>
              <a:t> </a:t>
            </a:r>
            <a:r>
              <a:rPr lang="de-AT" dirty="0" err="1"/>
              <a:t>might</a:t>
            </a:r>
            <a:r>
              <a:rPr lang="de-AT" dirty="0"/>
              <a:t> not </a:t>
            </a:r>
            <a:r>
              <a:rPr lang="de-AT" dirty="0" err="1"/>
              <a:t>always</a:t>
            </a:r>
            <a:r>
              <a:rPr lang="de-AT" dirty="0"/>
              <a:t> </a:t>
            </a:r>
            <a:r>
              <a:rPr lang="de-AT" dirty="0" err="1"/>
              <a:t>trigger</a:t>
            </a:r>
            <a:r>
              <a:rPr lang="de-AT" dirty="0"/>
              <a:t> </a:t>
            </a:r>
            <a:r>
              <a:rPr lang="de-AT" dirty="0" err="1"/>
              <a:t>correctly</a:t>
            </a:r>
            <a:r>
              <a:rPr lang="de-AT" dirty="0"/>
              <a:t> </a:t>
            </a:r>
            <a:r>
              <a:rPr lang="de-AT" i="1" dirty="0" err="1"/>
              <a:t>or</a:t>
            </a:r>
            <a:endParaRPr lang="de-AT" i="1" dirty="0"/>
          </a:p>
          <a:p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other</a:t>
            </a:r>
            <a:r>
              <a:rPr lang="de-AT" dirty="0"/>
              <a:t> </a:t>
            </a:r>
            <a:r>
              <a:rPr lang="de-AT" dirty="0" err="1"/>
              <a:t>filter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also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excludes</a:t>
            </a:r>
            <a:r>
              <a:rPr lang="de-AT" dirty="0"/>
              <a:t> </a:t>
            </a:r>
            <a:r>
              <a:rPr lang="de-AT" dirty="0" err="1"/>
              <a:t>peaks</a:t>
            </a:r>
            <a:r>
              <a:rPr lang="de-AT" dirty="0"/>
              <a:t> (</a:t>
            </a:r>
            <a:r>
              <a:rPr lang="de-AT" dirty="0" err="1"/>
              <a:t>noise</a:t>
            </a:r>
            <a:r>
              <a:rPr lang="de-AT" dirty="0"/>
              <a:t>/</a:t>
            </a:r>
            <a:r>
              <a:rPr lang="de-AT" dirty="0" err="1"/>
              <a:t>intensity</a:t>
            </a:r>
            <a:r>
              <a:rPr lang="de-AT" dirty="0"/>
              <a:t> </a:t>
            </a:r>
            <a:r>
              <a:rPr lang="de-AT" dirty="0" err="1"/>
              <a:t>does</a:t>
            </a:r>
            <a:r>
              <a:rPr lang="de-AT" dirty="0"/>
              <a:t> not </a:t>
            </a:r>
            <a:r>
              <a:rPr lang="de-AT" dirty="0" err="1"/>
              <a:t>make</a:t>
            </a:r>
            <a:r>
              <a:rPr lang="de-AT" dirty="0"/>
              <a:t> sense, </a:t>
            </a:r>
            <a:r>
              <a:rPr lang="de-AT" dirty="0" err="1"/>
              <a:t>because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shown</a:t>
            </a:r>
            <a:r>
              <a:rPr lang="de-AT" dirty="0"/>
              <a:t> </a:t>
            </a:r>
            <a:r>
              <a:rPr lang="de-AT" dirty="0" err="1"/>
              <a:t>example</a:t>
            </a:r>
            <a:r>
              <a:rPr lang="de-AT" dirty="0"/>
              <a:t> </a:t>
            </a:r>
            <a:r>
              <a:rPr lang="de-AT" dirty="0" err="1"/>
              <a:t>both</a:t>
            </a:r>
            <a:r>
              <a:rPr lang="de-AT" dirty="0"/>
              <a:t> </a:t>
            </a:r>
            <a:r>
              <a:rPr lang="de-AT" dirty="0" err="1"/>
              <a:t>peaks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similar</a:t>
            </a:r>
            <a:r>
              <a:rPr lang="de-AT" dirty="0"/>
              <a:t> </a:t>
            </a:r>
            <a:r>
              <a:rPr lang="de-AT" dirty="0" err="1"/>
              <a:t>intensity</a:t>
            </a:r>
            <a:r>
              <a:rPr lang="de-AT" dirty="0"/>
              <a:t>) </a:t>
            </a:r>
            <a:r>
              <a:rPr lang="de-AT" i="1" dirty="0" err="1"/>
              <a:t>or</a:t>
            </a:r>
            <a:endParaRPr lang="de-AT" i="1" dirty="0"/>
          </a:p>
          <a:p>
            <a:r>
              <a:rPr lang="de-AT" dirty="0"/>
              <a:t>A different </a:t>
            </a:r>
            <a:r>
              <a:rPr lang="de-AT" dirty="0" err="1"/>
              <a:t>formula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purity</a:t>
            </a:r>
            <a:r>
              <a:rPr lang="de-AT" dirty="0"/>
              <a:t> </a:t>
            </a:r>
            <a:r>
              <a:rPr lang="de-AT" dirty="0" err="1"/>
              <a:t>calculation</a:t>
            </a:r>
            <a:r>
              <a:rPr lang="de-AT" dirty="0"/>
              <a:t>, e.g. </a:t>
            </a:r>
            <a:r>
              <a:rPr lang="de-AT" dirty="0" err="1"/>
              <a:t>precursor</a:t>
            </a:r>
            <a:r>
              <a:rPr lang="de-AT" dirty="0"/>
              <a:t> </a:t>
            </a:r>
            <a:r>
              <a:rPr lang="de-AT" dirty="0" err="1"/>
              <a:t>divided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remaining</a:t>
            </a:r>
            <a:r>
              <a:rPr lang="de-AT" dirty="0"/>
              <a:t> </a:t>
            </a:r>
            <a:r>
              <a:rPr lang="de-AT" dirty="0" err="1"/>
              <a:t>intensity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(</a:t>
            </a:r>
            <a:r>
              <a:rPr lang="de-AT" dirty="0" err="1"/>
              <a:t>instead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total </a:t>
            </a:r>
            <a:r>
              <a:rPr lang="de-AT" dirty="0" err="1"/>
              <a:t>intensity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24511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236</Words>
  <Application>Microsoft Office PowerPoint</Application>
  <PresentationFormat>Widescreen</PresentationFormat>
  <Paragraphs>21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Purity Calculation DDA</vt:lpstr>
      <vt:lpstr>DDA with „Filter Purity“ still has impure precursors</vt:lpstr>
      <vt:lpstr>Manually checked</vt:lpstr>
      <vt:lpstr>PowerPoint Presentation</vt:lpstr>
      <vt:lpstr>PowerPoint Presentation</vt:lpstr>
      <vt:lpstr>Manual purity calculation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Birklbauer,Micha Johannes</dc:creator>
  <cp:lastModifiedBy>Birklbauer,Micha Johannes</cp:lastModifiedBy>
  <cp:revision>3</cp:revision>
  <dcterms:created xsi:type="dcterms:W3CDTF">2025-07-22T10:15:45Z</dcterms:created>
  <dcterms:modified xsi:type="dcterms:W3CDTF">2025-07-22T10:43:28Z</dcterms:modified>
</cp:coreProperties>
</file>