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8789-FF5A-B7DB-B1C6-BD930DCB7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2EBF1-628B-0FBB-55B9-FB74CE0E0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1316-D57B-0BF6-A7DB-8B9377ED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BBE6E-26ED-006B-D060-7E5316DB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6C0A8-ABD8-93EF-AFA8-8A9B4306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2526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E3AB-4A84-180C-B4AE-19C3FB80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B6B3-F9FD-08DB-2E34-D40DD3001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6836F-B956-351A-34E3-94CFDCC9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595EA-306A-BEAD-9DD6-86776B3F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2125A-1CA1-5FC2-F87D-9AFDA156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66619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FE81-D0AD-1D2C-3DA1-4CE7D132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DA2D2-33F2-E994-9FF8-54F4BE617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16EAF-A96C-B5E4-7739-F799F1C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447F-2ABF-52D3-7CE3-6BEE8FE1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A1CFC-DB90-90BD-FD40-E319608F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6765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B3F2-308A-BC4E-AC82-BC5D71DD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24874-C139-19AA-3909-10287C514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312EF-D0D8-17A9-0755-7F2375F6E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1E6B1-C4A6-0817-9576-C46C9600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7DAF6-3A4B-B0D4-819C-8CDE8590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B9613-8FCB-2AE0-6CB1-75412DC6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6931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952D1-7DA7-A25D-468B-35D366C2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35520-D554-7C3D-C98E-CC8D5A970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ECD69-0D2B-08EC-120A-021D50C11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D39F3-00B0-E1B7-DD74-475C1AF4A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9AF3A-9CE6-30CF-BB28-01A1A7155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D6D92-3796-BD71-EC03-1F38EB9D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28E4A-2D2A-E1A5-8E71-5D3AF475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D0A5F-7381-2FB7-B497-538DCF7E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124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25DD-5431-8D92-9A8D-3F78C8ED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30689-9870-CBE8-FA18-E9BA1AAD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E389E-B45C-BCF4-0CD5-266F0078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C517D-E1C6-84BC-737C-6813E390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8507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88879-0062-70A5-AEC6-A68E4E3F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E9AF8-9AAC-5037-0D55-1A800530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F45F-FAD4-9B57-6746-57082216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841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B523-92C9-8DBD-A4ED-6A68B3E18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2D89B-9235-00D2-BEBB-C25405964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06274-A5F3-693D-A4AD-74E256CAA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41D4E-21B2-B6FC-7152-D31A95F6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8BFFB-3E6B-82AF-6C19-D1010D37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7AE6B-1CCE-E411-8A38-0D4B89EA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1554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281A-9880-155E-4307-DEBE1830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1DD54-727B-4F45-B75A-1DF81662E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E7774-52F4-2B40-AF8E-82D159300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07875-EC29-DC87-E9B3-58E2F3F3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9CCAD-E1D7-7840-7604-1520C7F0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3BDAC-C890-694E-06B1-EE8529CC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7319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E152-3B1C-4FEB-05C6-84B311FE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8D2CE-3FED-D0B1-B346-DDACBC3F5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585A7-999E-DC08-FF66-C59FDFA5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C7F2-F278-2697-D5B0-2376AD99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B77F1-B635-4B66-7D83-8633D76E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7665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873B7-8BE6-4BF0-A678-3635BA520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EC67D-6104-B714-EAE7-2ED9302EC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BF688-8CE3-256E-641E-E8A1FCC0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13C1B-5E8C-4F75-6CA9-DB287FA7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E9CEB-0E00-FEE8-E253-C37F828A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3934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125C8-879D-4973-D8D4-53F4B0A7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FF114-6EA7-A192-8D6C-EEEF49713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EB2E6-D889-1566-BF36-1B1124642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6CE59-DF2D-4B5B-9BC5-C1E946ABEF32}" type="datetimeFigureOut">
              <a:rPr lang="en-AT" smtClean="0"/>
              <a:t>22/07/2025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8889E-852A-2046-523A-1D4C030D4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62CC0-7A37-7C1E-7219-845535D21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28637-7DF3-48AF-B53B-B6991653ABCB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62575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A11F0D-7FC4-8464-81B0-3852ED10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Purity</a:t>
            </a:r>
            <a:r>
              <a:rPr lang="de-AT" dirty="0"/>
              <a:t> </a:t>
            </a:r>
            <a:r>
              <a:rPr lang="de-AT" dirty="0" err="1"/>
              <a:t>Calculation</a:t>
            </a:r>
            <a:r>
              <a:rPr lang="de-AT" dirty="0"/>
              <a:t> DDA</a:t>
            </a:r>
            <a:endParaRPr lang="en-A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3AA301-92CF-69E8-08AE-94697768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Two</a:t>
            </a:r>
            <a:r>
              <a:rPr lang="de-AT" dirty="0"/>
              <a:t> different </a:t>
            </a:r>
            <a:r>
              <a:rPr lang="de-AT" dirty="0" err="1"/>
              <a:t>approaches</a:t>
            </a:r>
            <a:r>
              <a:rPr lang="de-AT" dirty="0"/>
              <a:t> </a:t>
            </a:r>
            <a:br>
              <a:rPr lang="de-AT" dirty="0"/>
            </a:br>
            <a:r>
              <a:rPr lang="de-AT" dirty="0"/>
              <a:t>(</a:t>
            </a:r>
            <a:r>
              <a:rPr lang="de-AT" dirty="0" err="1"/>
              <a:t>consider</a:t>
            </a:r>
            <a:r>
              <a:rPr lang="de-AT" dirty="0"/>
              <a:t> m/z 350 – 1350, </a:t>
            </a:r>
            <a:r>
              <a:rPr lang="de-AT" dirty="0" err="1"/>
              <a:t>window</a:t>
            </a:r>
            <a:r>
              <a:rPr lang="de-AT" dirty="0"/>
              <a:t> </a:t>
            </a:r>
            <a:r>
              <a:rPr lang="de-AT" dirty="0" err="1"/>
              <a:t>size</a:t>
            </a:r>
            <a:r>
              <a:rPr lang="de-AT" dirty="0"/>
              <a:t> 0.5)</a:t>
            </a:r>
          </a:p>
          <a:p>
            <a:pPr lvl="1"/>
            <a:r>
              <a:rPr lang="de-AT" dirty="0"/>
              <a:t>A) </a:t>
            </a:r>
            <a:r>
              <a:rPr lang="de-AT" dirty="0" err="1"/>
              <a:t>use</a:t>
            </a:r>
            <a:r>
              <a:rPr lang="de-AT" dirty="0"/>
              <a:t> </a:t>
            </a:r>
            <a:r>
              <a:rPr lang="de-AT" dirty="0" err="1"/>
              <a:t>fixed</a:t>
            </a:r>
            <a:r>
              <a:rPr lang="de-AT" dirty="0"/>
              <a:t> </a:t>
            </a:r>
            <a:r>
              <a:rPr lang="de-AT" dirty="0" err="1"/>
              <a:t>windows</a:t>
            </a:r>
            <a:r>
              <a:rPr lang="de-AT" dirty="0"/>
              <a:t> e.g. 350.0 – 350.5, 350.5 – 351.0, …</a:t>
            </a:r>
          </a:p>
          <a:p>
            <a:pPr lvl="1"/>
            <a:r>
              <a:rPr lang="de-AT" dirty="0"/>
              <a:t>B) </a:t>
            </a:r>
            <a:r>
              <a:rPr lang="de-AT" dirty="0" err="1"/>
              <a:t>use</a:t>
            </a:r>
            <a:r>
              <a:rPr lang="de-AT" dirty="0"/>
              <a:t> variable </a:t>
            </a:r>
            <a:r>
              <a:rPr lang="de-AT" dirty="0" err="1"/>
              <a:t>windows</a:t>
            </a:r>
            <a:r>
              <a:rPr lang="de-AT" dirty="0"/>
              <a:t> </a:t>
            </a:r>
            <a:r>
              <a:rPr lang="de-AT" dirty="0" err="1"/>
              <a:t>calculated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precursor</a:t>
            </a:r>
            <a:r>
              <a:rPr lang="de-AT" dirty="0"/>
              <a:t> +/- 0.25 (</a:t>
            </a:r>
            <a:r>
              <a:rPr lang="de-AT" dirty="0" err="1"/>
              <a:t>window</a:t>
            </a:r>
            <a:r>
              <a:rPr lang="de-AT" dirty="0"/>
              <a:t> </a:t>
            </a:r>
            <a:r>
              <a:rPr lang="de-AT" dirty="0" err="1"/>
              <a:t>size</a:t>
            </a:r>
            <a:r>
              <a:rPr lang="de-AT" dirty="0"/>
              <a:t> / 2)</a:t>
            </a:r>
          </a:p>
          <a:p>
            <a:pPr lvl="1"/>
            <a:r>
              <a:rPr lang="de-AT" dirty="0" err="1"/>
              <a:t>Then</a:t>
            </a:r>
            <a:r>
              <a:rPr lang="de-AT" dirty="0"/>
              <a:t> </a:t>
            </a:r>
            <a:r>
              <a:rPr lang="de-AT" dirty="0" err="1"/>
              <a:t>calculate</a:t>
            </a:r>
            <a:r>
              <a:rPr lang="de-AT" dirty="0"/>
              <a:t> </a:t>
            </a:r>
            <a:r>
              <a:rPr lang="de-AT" dirty="0" err="1"/>
              <a:t>sum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all </a:t>
            </a:r>
            <a:r>
              <a:rPr lang="de-AT" dirty="0" err="1"/>
              <a:t>precursor</a:t>
            </a:r>
            <a:r>
              <a:rPr lang="de-AT" dirty="0"/>
              <a:t> isotope </a:t>
            </a:r>
            <a:r>
              <a:rPr lang="de-AT" dirty="0" err="1"/>
              <a:t>intensities</a:t>
            </a:r>
            <a:r>
              <a:rPr lang="de-AT" dirty="0"/>
              <a:t>, </a:t>
            </a:r>
            <a:r>
              <a:rPr lang="de-AT" dirty="0" err="1"/>
              <a:t>divided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total </a:t>
            </a:r>
            <a:r>
              <a:rPr lang="de-AT" dirty="0" err="1"/>
              <a:t>intensity</a:t>
            </a:r>
            <a:r>
              <a:rPr lang="de-AT" dirty="0"/>
              <a:t> in </a:t>
            </a:r>
            <a:r>
              <a:rPr lang="de-AT" dirty="0" err="1"/>
              <a:t>matching</a:t>
            </a:r>
            <a:r>
              <a:rPr lang="de-AT" dirty="0"/>
              <a:t> </a:t>
            </a:r>
            <a:r>
              <a:rPr lang="de-AT" dirty="0" err="1"/>
              <a:t>window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92227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4192-541E-C9CF-58F4-E6D3B986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DDA </a:t>
            </a:r>
            <a:r>
              <a:rPr lang="de-AT" dirty="0" err="1"/>
              <a:t>with</a:t>
            </a:r>
            <a:r>
              <a:rPr lang="de-AT" dirty="0"/>
              <a:t> „Filter </a:t>
            </a:r>
            <a:r>
              <a:rPr lang="de-AT" dirty="0" err="1"/>
              <a:t>Purity</a:t>
            </a:r>
            <a:r>
              <a:rPr lang="de-AT" dirty="0"/>
              <a:t>“ still </a:t>
            </a:r>
            <a:r>
              <a:rPr lang="de-AT" dirty="0" err="1"/>
              <a:t>has</a:t>
            </a:r>
            <a:r>
              <a:rPr lang="de-AT" dirty="0"/>
              <a:t> </a:t>
            </a:r>
            <a:r>
              <a:rPr lang="de-AT" dirty="0" err="1"/>
              <a:t>impure</a:t>
            </a:r>
            <a:r>
              <a:rPr lang="de-AT" dirty="0"/>
              <a:t> </a:t>
            </a:r>
            <a:r>
              <a:rPr lang="de-AT" dirty="0" err="1"/>
              <a:t>precursors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43C0-E70D-680A-B06C-2F816C4EC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Example</a:t>
            </a:r>
            <a:r>
              <a:rPr lang="de-AT" dirty="0"/>
              <a:t> file: 20250519_Astral1_Evo_TH070_TT_THIDmulti003_pool_DDA_3ng_Gygi_ij40ms_9_PSMs.txt</a:t>
            </a:r>
          </a:p>
          <a:p>
            <a:r>
              <a:rPr lang="de-AT" dirty="0"/>
              <a:t>Approach A: 624/6218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below</a:t>
            </a:r>
            <a:r>
              <a:rPr lang="de-AT" dirty="0"/>
              <a:t> 70%</a:t>
            </a:r>
          </a:p>
          <a:p>
            <a:r>
              <a:rPr lang="de-AT" dirty="0"/>
              <a:t>Approach B: 598/6218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below</a:t>
            </a:r>
            <a:r>
              <a:rPr lang="de-AT" dirty="0"/>
              <a:t> 70%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189185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33E7-EC79-2456-5C05-0B30E6A8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Manually</a:t>
            </a:r>
            <a:r>
              <a:rPr lang="de-AT" dirty="0"/>
              <a:t> </a:t>
            </a:r>
            <a:r>
              <a:rPr lang="de-AT" dirty="0" err="1"/>
              <a:t>checked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F8DE-42D5-842A-802F-A7D51694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First </a:t>
            </a:r>
            <a:r>
              <a:rPr lang="de-AT" dirty="0" err="1"/>
              <a:t>impure</a:t>
            </a:r>
            <a:r>
              <a:rPr lang="de-AT" dirty="0"/>
              <a:t> </a:t>
            </a:r>
            <a:r>
              <a:rPr lang="de-AT" dirty="0" err="1"/>
              <a:t>identification</a:t>
            </a:r>
            <a:r>
              <a:rPr lang="de-AT" dirty="0"/>
              <a:t>: </a:t>
            </a:r>
            <a:endParaRPr lang="en-AT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7CDF6C-3B23-335C-66B4-9A4EBB22A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78" y="0"/>
            <a:ext cx="6023622" cy="6858000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C4A8B24-0DF0-1E05-E8C7-0C1F159B6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2" y="3468156"/>
            <a:ext cx="5318885" cy="3049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F9D25B-353B-DE5F-1C68-548B8676F132}"/>
              </a:ext>
            </a:extLst>
          </p:cNvPr>
          <p:cNvSpPr/>
          <p:nvPr/>
        </p:nvSpPr>
        <p:spPr>
          <a:xfrm>
            <a:off x="3566030" y="6216318"/>
            <a:ext cx="1872124" cy="182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B65CA-D01A-6FFE-6896-437BD6D43E41}"/>
              </a:ext>
            </a:extLst>
          </p:cNvPr>
          <p:cNvSpPr/>
          <p:nvPr/>
        </p:nvSpPr>
        <p:spPr>
          <a:xfrm>
            <a:off x="9955033" y="1271574"/>
            <a:ext cx="1872124" cy="182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005C75-A9AC-7406-E30C-0CC0AC532A73}"/>
              </a:ext>
            </a:extLst>
          </p:cNvPr>
          <p:cNvSpPr/>
          <p:nvPr/>
        </p:nvSpPr>
        <p:spPr>
          <a:xfrm>
            <a:off x="9956363" y="979338"/>
            <a:ext cx="1872124" cy="182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0723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EBCB-55E5-F354-0BE8-8A32D1EE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Manual </a:t>
            </a:r>
            <a:r>
              <a:rPr lang="de-AT" dirty="0" err="1"/>
              <a:t>purity</a:t>
            </a:r>
            <a:r>
              <a:rPr lang="de-AT" dirty="0"/>
              <a:t> </a:t>
            </a:r>
            <a:r>
              <a:rPr lang="de-AT" dirty="0" err="1"/>
              <a:t>calculation</a:t>
            </a:r>
            <a:endParaRPr lang="en-AT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F3D79D-1DE1-4A2D-6DB9-0BFE9C2DF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629" y="1690688"/>
            <a:ext cx="7581075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941D23-4F70-195F-468B-5B18B5EAAD9F}"/>
              </a:ext>
            </a:extLst>
          </p:cNvPr>
          <p:cNvSpPr/>
          <p:nvPr/>
        </p:nvSpPr>
        <p:spPr>
          <a:xfrm>
            <a:off x="4086970" y="4619708"/>
            <a:ext cx="7717980" cy="6917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797C6-766A-C435-CB24-EC10CFE3A38F}"/>
              </a:ext>
            </a:extLst>
          </p:cNvPr>
          <p:cNvSpPr txBox="1"/>
          <p:nvPr/>
        </p:nvSpPr>
        <p:spPr>
          <a:xfrm>
            <a:off x="2323930" y="4230094"/>
            <a:ext cx="1582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Same </a:t>
            </a:r>
            <a:r>
              <a:rPr lang="de-AT" dirty="0" err="1"/>
              <a:t>as</a:t>
            </a:r>
            <a:r>
              <a:rPr lang="de-AT" dirty="0"/>
              <a:t> in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annotated</a:t>
            </a:r>
            <a:r>
              <a:rPr lang="de-AT" dirty="0"/>
              <a:t> CSV</a:t>
            </a:r>
            <a:endParaRPr lang="en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CFC19E-B812-0634-8A8E-DCE7BF0799D3}"/>
              </a:ext>
            </a:extLst>
          </p:cNvPr>
          <p:cNvSpPr/>
          <p:nvPr/>
        </p:nvSpPr>
        <p:spPr>
          <a:xfrm>
            <a:off x="4073216" y="5312451"/>
            <a:ext cx="7717980" cy="261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C626DA-3BC9-B69E-C235-BA79CB1F536A}"/>
              </a:ext>
            </a:extLst>
          </p:cNvPr>
          <p:cNvCxnSpPr>
            <a:endCxn id="6" idx="1"/>
          </p:cNvCxnSpPr>
          <p:nvPr/>
        </p:nvCxnSpPr>
        <p:spPr>
          <a:xfrm>
            <a:off x="3164619" y="4965589"/>
            <a:ext cx="922351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239F7D-D0E8-034C-71E5-B559CEA829A9}"/>
              </a:ext>
            </a:extLst>
          </p:cNvPr>
          <p:cNvCxnSpPr>
            <a:endCxn id="8" idx="1"/>
          </p:cNvCxnSpPr>
          <p:nvPr/>
        </p:nvCxnSpPr>
        <p:spPr>
          <a:xfrm flipV="1">
            <a:off x="2592125" y="5443158"/>
            <a:ext cx="1481091" cy="6713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BDD923-C1BE-5FB3-EC8E-C7A9ADEBB18F}"/>
              </a:ext>
            </a:extLst>
          </p:cNvPr>
          <p:cNvSpPr txBox="1"/>
          <p:nvPr/>
        </p:nvSpPr>
        <p:spPr>
          <a:xfrm>
            <a:off x="813597" y="5564948"/>
            <a:ext cx="1900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Removing</a:t>
            </a:r>
            <a:r>
              <a:rPr lang="de-AT" dirty="0"/>
              <a:t> </a:t>
            </a:r>
            <a:r>
              <a:rPr lang="de-AT" dirty="0" err="1"/>
              <a:t>low</a:t>
            </a:r>
            <a:r>
              <a:rPr lang="de-AT" dirty="0"/>
              <a:t> </a:t>
            </a:r>
            <a:r>
              <a:rPr lang="de-AT" dirty="0" err="1"/>
              <a:t>intensity</a:t>
            </a:r>
            <a:r>
              <a:rPr lang="de-AT" dirty="0"/>
              <a:t> </a:t>
            </a:r>
            <a:r>
              <a:rPr lang="de-AT" dirty="0" err="1"/>
              <a:t>peaks</a:t>
            </a:r>
            <a:r>
              <a:rPr lang="de-AT" dirty="0"/>
              <a:t> </a:t>
            </a:r>
            <a:r>
              <a:rPr lang="de-AT" dirty="0" err="1"/>
              <a:t>does</a:t>
            </a:r>
            <a:r>
              <a:rPr lang="de-AT" dirty="0"/>
              <a:t> still not </a:t>
            </a:r>
            <a:r>
              <a:rPr lang="de-AT" dirty="0" err="1"/>
              <a:t>yield</a:t>
            </a:r>
            <a:r>
              <a:rPr lang="de-AT" dirty="0"/>
              <a:t> 0.7 </a:t>
            </a:r>
            <a:r>
              <a:rPr lang="de-AT" dirty="0" err="1"/>
              <a:t>purity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32443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Purity Calculation DDA</vt:lpstr>
      <vt:lpstr>DDA with „Filter Purity“ still has impure precursors</vt:lpstr>
      <vt:lpstr>Manually checked</vt:lpstr>
      <vt:lpstr>Manual purity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Birklbauer,Micha Johannes</dc:creator>
  <cp:lastModifiedBy>Birklbauer,Micha Johannes</cp:lastModifiedBy>
  <cp:revision>1</cp:revision>
  <dcterms:created xsi:type="dcterms:W3CDTF">2025-07-22T10:15:45Z</dcterms:created>
  <dcterms:modified xsi:type="dcterms:W3CDTF">2025-07-22T10:32:53Z</dcterms:modified>
</cp:coreProperties>
</file>